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2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4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48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9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8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6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1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3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2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2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7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0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Sales Insights Dashboard – Computer Hardware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3600" dirty="0"/>
              <a:t>Sales Analytics / Business Intelligence Project</a:t>
            </a:r>
          </a:p>
          <a:p>
            <a:endParaRPr sz="3600" dirty="0"/>
          </a:p>
          <a:p>
            <a:pPr marL="0" indent="0">
              <a:buNone/>
            </a:pPr>
            <a:r>
              <a:rPr lang="en-US" sz="3600" dirty="0"/>
              <a:t>DESIGNED BY :- WANI UMER (</a:t>
            </a:r>
            <a:r>
              <a:rPr sz="3600" dirty="0"/>
              <a:t>Data Analyst</a:t>
            </a:r>
            <a:r>
              <a:rPr lang="en-US" sz="3600" dirty="0"/>
              <a:t>)</a:t>
            </a:r>
            <a:endParaRPr sz="3600" dirty="0"/>
          </a:p>
          <a:p>
            <a:endParaRPr sz="3600" dirty="0"/>
          </a:p>
          <a:p>
            <a:r>
              <a:rPr sz="3600" dirty="0"/>
              <a:t>Tools: Power BI | SQL | DAX | Power 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builds a Power BI dashboard to analyze sales performance for a computer hardware company.</a:t>
            </a:r>
          </a:p>
          <a:p>
            <a:endParaRPr/>
          </a:p>
          <a:p>
            <a:r>
              <a:t>The dashboard helps management understand:</a:t>
            </a:r>
          </a:p>
          <a:p>
            <a:r>
              <a:t>- Regional revenue performance</a:t>
            </a:r>
          </a:p>
          <a:p>
            <a:r>
              <a:t>- Profitability by market</a:t>
            </a:r>
          </a:p>
          <a:p>
            <a:r>
              <a:t>- Customer revenue concentration</a:t>
            </a:r>
          </a:p>
          <a:p>
            <a:r>
              <a:t>- Sales trends over time</a:t>
            </a:r>
          </a:p>
          <a:p>
            <a:r>
              <a:t>- Product demand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Hardware companies generate large volumes of sales data.</a:t>
            </a:r>
          </a:p>
          <a:p>
            <a:endParaRPr/>
          </a:p>
          <a:p>
            <a:r>
              <a:t>Key challenges include:</a:t>
            </a:r>
          </a:p>
          <a:p>
            <a:r>
              <a:t>- Understanding regional revenue performance</a:t>
            </a:r>
          </a:p>
          <a:p>
            <a:r>
              <a:t>- Identifying profitable markets</a:t>
            </a:r>
          </a:p>
          <a:p>
            <a:r>
              <a:t>- Monitoring customer concentration risk</a:t>
            </a:r>
          </a:p>
          <a:p>
            <a:r>
              <a:t>- Detecting declining sales trends</a:t>
            </a:r>
          </a:p>
          <a:p>
            <a:endParaRPr/>
          </a:p>
          <a:p>
            <a:r>
              <a:t>A centralized analytics dashboard helps enable data-driven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dataset was modeled using a star schema.</a:t>
            </a:r>
          </a:p>
          <a:p>
            <a:endParaRPr/>
          </a:p>
          <a:p>
            <a:r>
              <a:t>Fact Table:</a:t>
            </a:r>
          </a:p>
          <a:p>
            <a:r>
              <a:t>- Transactions</a:t>
            </a:r>
          </a:p>
          <a:p>
            <a:endParaRPr/>
          </a:p>
          <a:p>
            <a:r>
              <a:t>Dimension Tables:</a:t>
            </a:r>
          </a:p>
          <a:p>
            <a:r>
              <a:t>- Customers</a:t>
            </a:r>
          </a:p>
          <a:p>
            <a:r>
              <a:t>- Products</a:t>
            </a:r>
          </a:p>
          <a:p>
            <a:r>
              <a:t>- Markets</a:t>
            </a:r>
          </a:p>
          <a:p>
            <a:r>
              <a:t>-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Query transformations included:</a:t>
            </a:r>
          </a:p>
          <a:p>
            <a:r>
              <a:t>- Data normalization</a:t>
            </a:r>
          </a:p>
          <a:p>
            <a:r>
              <a:t>- Date hierarchy creation</a:t>
            </a:r>
          </a:p>
          <a:p>
            <a:r>
              <a:t>- Removing duplicate transactions</a:t>
            </a:r>
          </a:p>
          <a:p>
            <a:r>
              <a:t>- Correcting product and market names</a:t>
            </a:r>
          </a:p>
          <a:p>
            <a:endParaRPr/>
          </a:p>
          <a:p>
            <a:r>
              <a:t>This ensures consistent and reliable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performance indicators were created using DAX.</a:t>
            </a:r>
          </a:p>
          <a:p>
            <a:endParaRPr/>
          </a:p>
          <a:p>
            <a:r>
              <a:t>Examples include:</a:t>
            </a:r>
          </a:p>
          <a:p>
            <a:r>
              <a:t>- Total Revenue</a:t>
            </a:r>
          </a:p>
          <a:p>
            <a:r>
              <a:t>- Sales Quantity</a:t>
            </a:r>
          </a:p>
          <a:p>
            <a:r>
              <a:t>- Total Profit Margin</a:t>
            </a:r>
          </a:p>
          <a:p>
            <a:endParaRPr/>
          </a:p>
          <a:p>
            <a:r>
              <a:t>These KPIs enable high-level business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endParaRPr/>
          </a:p>
          <a:p>
            <a:r>
              <a:t>Total Revenue: ₹985M</a:t>
            </a:r>
          </a:p>
          <a:p>
            <a:r>
              <a:t>Profit Margin: ₹25M</a:t>
            </a:r>
          </a:p>
          <a:p>
            <a:r>
              <a:t>Units Sold: 2M</a:t>
            </a:r>
          </a:p>
          <a:p>
            <a:endParaRPr/>
          </a:p>
          <a:p>
            <a:r>
              <a:t>Average profit margin is only about 2.5%, indicating low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Delhi NCR contributes:</a:t>
            </a:r>
          </a:p>
          <a:p>
            <a:endParaRPr/>
          </a:p>
          <a:p>
            <a:r>
              <a:t>Revenue: 52.8%</a:t>
            </a:r>
          </a:p>
          <a:p>
            <a:r>
              <a:t>Profit: 48.5%</a:t>
            </a:r>
          </a:p>
          <a:p>
            <a:endParaRPr/>
          </a:p>
          <a:p>
            <a:r>
              <a:t>The company is heavily dependent on a single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profit contributors:</a:t>
            </a:r>
          </a:p>
          <a:p>
            <a:endParaRPr/>
          </a:p>
          <a:p>
            <a:r>
              <a:t>Mumbai – 19.8%</a:t>
            </a:r>
          </a:p>
          <a:p>
            <a:r>
              <a:t>Bhopal – 9.3%</a:t>
            </a:r>
          </a:p>
          <a:p>
            <a:r>
              <a:t>Surat – 4.9%</a:t>
            </a:r>
          </a:p>
          <a:p>
            <a:endParaRPr/>
          </a:p>
          <a:p>
            <a:r>
              <a:t>Loss-making markets include:</a:t>
            </a:r>
          </a:p>
          <a:p>
            <a:r>
              <a:t>Bengaluru (-20.8%) and Kanpur (-0.5%).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 Decline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peaked in 2018 at ₹43M.</a:t>
            </a:r>
          </a:p>
          <a:p>
            <a:endParaRPr/>
          </a:p>
          <a:p>
            <a:r>
              <a:t>By 2020 revenue declined to ₹15M.</a:t>
            </a:r>
          </a:p>
          <a:p>
            <a:endParaRPr/>
          </a:p>
          <a:p>
            <a:r>
              <a:t>This suggests falling demand or possible customer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Concentration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Electricalsara Stores contributes:</a:t>
            </a:r>
          </a:p>
          <a:p>
            <a:endParaRPr/>
          </a:p>
          <a:p>
            <a:r>
              <a:t>42% of total revenue</a:t>
            </a:r>
          </a:p>
          <a:p>
            <a:r>
              <a:t>37.7% of total profit</a:t>
            </a:r>
          </a:p>
          <a:p>
            <a:endParaRPr/>
          </a:p>
          <a:p>
            <a:r>
              <a:t>This creates high dependency on a single customer.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Loss-Making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customers operate at negative profit margins.</a:t>
            </a:r>
          </a:p>
          <a:p>
            <a:endParaRPr/>
          </a:p>
          <a:p>
            <a:r>
              <a:t>This reduces overall business profitability</a:t>
            </a:r>
          </a:p>
          <a:p>
            <a:r>
              <a:t>and requires strategic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High-Margin Growth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Markets such as Bhopal, Patna, and Surat</a:t>
            </a:r>
          </a:p>
          <a:p>
            <a:r>
              <a:t>show strong profit margins (3.9%–4.9%).</a:t>
            </a:r>
          </a:p>
          <a:p>
            <a:endParaRPr/>
          </a:p>
          <a:p>
            <a:r>
              <a:t>These regions represent potential growth opportunities.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actions:</a:t>
            </a:r>
          </a:p>
          <a:p>
            <a:r>
              <a:t>- Improve pricing and cost efficiency</a:t>
            </a:r>
          </a:p>
          <a:p>
            <a:r>
              <a:t>- Expand into high-margin markets</a:t>
            </a:r>
          </a:p>
          <a:p>
            <a:r>
              <a:t>- Address loss-making regions</a:t>
            </a:r>
          </a:p>
          <a:p>
            <a:r>
              <a:t>- Investigate causes of revenue decline</a:t>
            </a:r>
          </a:p>
          <a:p>
            <a:r>
              <a:t>- Reduce customer concentration risk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strategies:</a:t>
            </a:r>
          </a:p>
          <a:p>
            <a:r>
              <a:t>- Expand customer base</a:t>
            </a:r>
          </a:p>
          <a:p>
            <a:r>
              <a:t>- Optimize logistics and pricing</a:t>
            </a:r>
          </a:p>
          <a:p>
            <a:r>
              <a:t>- Monitor regional profitability regularly</a:t>
            </a:r>
          </a:p>
          <a:p>
            <a:r>
              <a:t>- Use Power BI dashboard for continuous performance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Power BI dashboard enables the company to track</a:t>
            </a:r>
          </a:p>
          <a:p>
            <a:r>
              <a:t>sales performance, profitability, and regional trends.</a:t>
            </a:r>
          </a:p>
          <a:p>
            <a:endParaRPr/>
          </a:p>
          <a:p>
            <a:r>
              <a:t>These insights help management improve decision-making</a:t>
            </a:r>
          </a:p>
          <a:p>
            <a:r>
              <a:t>and drive sustainable revenue growth.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01368"/>
            <a:ext cx="7772400" cy="2533600"/>
          </a:xfrm>
        </p:spPr>
        <p:txBody>
          <a:bodyPr>
            <a:normAutofit/>
          </a:bodyPr>
          <a:lstStyle/>
          <a:p>
            <a:r>
              <a:rPr sz="9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</TotalTime>
  <Words>492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Corbel</vt:lpstr>
      <vt:lpstr>Wingdings</vt:lpstr>
      <vt:lpstr>Banded</vt:lpstr>
      <vt:lpstr>Sales Insights Dashboard – Computer Hardware Business</vt:lpstr>
      <vt:lpstr>Project Overview</vt:lpstr>
      <vt:lpstr>Business Problem</vt:lpstr>
      <vt:lpstr>Data Modeling</vt:lpstr>
      <vt:lpstr>Data Cleaning</vt:lpstr>
      <vt:lpstr>DAX Measures</vt:lpstr>
      <vt:lpstr>Overall Business Performance</vt:lpstr>
      <vt:lpstr>Market Dependence</vt:lpstr>
      <vt:lpstr>Profitability by Region</vt:lpstr>
      <vt:lpstr>Revenue Trend Decline</vt:lpstr>
      <vt:lpstr>Customer Concentration Risk</vt:lpstr>
      <vt:lpstr>Loss-Making Customers</vt:lpstr>
      <vt:lpstr>High-Margin Growth Markets</vt:lpstr>
      <vt:lpstr>Business Recommendations</vt:lpstr>
      <vt:lpstr>Strategic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2026-03-08T11:01:51Z</dcterms:modified>
  <cp:category/>
</cp:coreProperties>
</file>